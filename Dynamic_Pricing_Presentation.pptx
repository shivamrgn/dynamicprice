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3108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PARUL UNIVERSITY</a:t>
            </a:r>
          </a:p>
          <a:p>
            <a:pPr>
              <a:spcAft>
                <a:spcPts val="4000"/>
              </a:spcAft>
              <a:defRPr sz="1600" b="1">
                <a:solidFill>
                  <a:srgbClr val="DAA520"/>
                </a:solidFill>
                <a:latin typeface="Arial"/>
              </a:defRPr>
            </a:pPr>
            <a:r>
              <a:t>DEPARTMENT OF</a:t>
            </a:r>
            <a:br/>
            <a:r>
              <a:t>COMPUTER SCIENCE</a:t>
            </a:r>
            <a:br/>
            <a:r>
              <a:t>&amp; ENGINEERING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B.Tech Final Year</a:t>
            </a:r>
            <a:br/>
            <a:r>
              <a:t>Project Presentation</a:t>
            </a:r>
            <a:br/>
            <a:r>
              <a:t>Academic Session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A30000"/>
                </a:solidFill>
                <a:latin typeface="Arial"/>
              </a:defRPr>
            </a:pPr>
            <a:r>
              <a:t>DYNAMIC PRICING ENGINE</a:t>
            </a:r>
          </a:p>
          <a:p>
            <a:pPr>
              <a:spcAft>
                <a:spcPts val="400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Real-Time Price Optimization Using Price Elasticity and Reinforcement Learning</a:t>
            </a:r>
          </a:p>
          <a:p>
            <a:pPr>
              <a:spcAft>
                <a:spcPts val="120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Prepared By:</a:t>
            </a:r>
            <a:br/>
            <a:r>
              <a:t>• Shivam Kumar (Lead AI &amp; Full Stack Engineer)</a:t>
            </a:r>
          </a:p>
          <a:p>
            <a:pPr>
              <a:defRPr sz="1200">
                <a:solidFill>
                  <a:srgbClr val="646464"/>
                </a:solidFill>
                <a:latin typeface="Arial"/>
              </a:defRPr>
            </a:pPr>
            <a:r>
              <a:t>Technologies Utilized:</a:t>
            </a:r>
            <a:br/>
            <a:r>
              <a:t>Python, Next.js 15, FastAPI, MongoDB, Prophet, XGBoost, Q-Learning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E-Commerce Gross Margin Leakage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Traditional online retailers rely on static pricing or manual rules, causing them to leak 8% to 15% in gross margin.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Static systems fail to adjust to seasonal shifts, holidays, or real-time competitor stock changes.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Inability to Track Fast Competitor Shifts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Competitive price monitoring is labor-intensive and delayed when done manually.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Merchants miss immediate conversion opportunities when competitors go out of stock.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Inventory Scarcity Misalignment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High-demand items are frequently underpriced, triggering stockouts and supply gaps.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Conversely, slow-moving items remain overpriced, freezing capital in storage warehouse spaces.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arbitrary Discount Degradation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Lack of scientific buyer sensitivity (elasticity) analysis causes arbitrary, deep discounts.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This erodes brand value and overall operating margins without generating structural sales boosts.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3. 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Real-Time Competitor Ingestion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Autonomous scraping background worker fetches competitor prices and stock positions every 2 hours.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Enables proactive pricing matching without causing destructive price wars.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Hybrid Demand Forecasting Engine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Combines Prophet (seasonal macro-trends) and XGBoost (micro feature variables) into a predictive forecaster.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Continuously validates error metrics with RMSE benchmarks.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Log-Log Price Elasticity Modeling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Regresses historical price-demand signals to calculate consumer willingness-to-pay sensitivity indices.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Categorizes SKUs into Elastic, Inelastic, or Anomalous groups.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Q-Learning Reinforcement Optimizer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Uses tabular RL algorithms to adjust retail prices based on current stock scarcity and volume metrics.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Learns optimal policies through continuous explore-exploit sequences.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4. Objective &amp; Success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Project Objectives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Build a fully containerized, microservice dynamic pricing monorepo containing three decoupled stacks.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Automate competitor telemetry scraping and pricing adjustments.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Connect price sensitivity data to stock level indicators to automate discounts and premium hikes.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Maintain strict margins via algorithmic baseline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Key Success Metrics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Revenue Uplift: Target a 15% to 25% average increase in simulated gross revenues.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Inventory Turnover: Improve sales of slow-moving inventory by 30%, optimizing warehousing space.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Ingestion &amp; Sync Latency: Keep network database price sync latency under 200ms.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Prediction Accuracy: Maintain demand forecasting error variance (RMSE) under 10%.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5.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Decoupled Microservice Design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Decoupled into independent containers coordinated via multi-container Docker Compose.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Presentation Layer (Frontend):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Next.js 15 web client using Zustand state management.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Service Orchestration Layer (Backend):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Asynchronous FastAPI core utilizing non-blocking Motor drivers with MongoDB database clusters.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Intelligence Layer (ML Engine):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Python microservice running regressions and RL engines.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Async Background Execution Flow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APScheduler automatically triggers competitor scraping modules every 2 hours.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Non-blocking Motor database handlers store competitor price telemetry.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Ingestion streams launch elasticity and demand forecast analyses.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The pricing engine calculates recommendations based on inventory scarcity.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5. Decoupled Next.js client layers immediately reflect updated pricing suggestions.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6.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Frontend Client Layer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Next.js 15 &amp; React: Component-driven routing and UI structures.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TypeScript: Strict static typing.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Tailwind CSS &amp; Shadcn UI: Modular styles.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Framer Motion: Responsive animations.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Zustand: Global client-side state manager.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Backend Core Infrastructure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FastAPI (Python): Asynchronous REST API routing.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Motor: Asynchronous MongoDB connection pooling driver.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APScheduler: Periodic background task scheduler.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Machine Learning &amp; Optimization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Prophet (Meta): Seasonality and trend time-series forecasting.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XGBoost Regressor: Feature-based demand forecasting.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scikit-learn: Price elasticity linear regression.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NumPy &amp; Pandas: Matrix operations and data manipulation.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Containerization &amp; Storage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MongoDB: NoSQL document store for product datasets.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Docker &amp; Docker Compose: Containerized service isolation.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7. Risks &amp;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Key Risks &amp; Mitigations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Competitor Scraping Interruptions: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Risk: External sites change structure, breaking scrapers.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Mitigation: Scrapers check structural changes and send alert notifications.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Cold-Start ML Performance: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Risk: New SKUs lack baseline transaction sales history.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Mitigation: Engine applies fallback competitor-matching heuristics until 30 days of data are gathered.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Core Project Assumptions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Continuous Competitor Accessibility: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Competitor pricing and stock levels are publicly accessible via network routes.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Daily E-Commerce Data Integrity: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Historical daily transaction records are clean and formatted for Prophet and XGBoost calibration.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Microservice Network Performance: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Local network connection latencies between FastAPI backend and ML engine remain under 10ms.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8. Work Breakdown Structure &amp; Team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Work Breakdown Structure (WBS)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Module 1: ML Core Pipelines (Shivam Kumar)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Code price sensitivity regression calculators.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Implement Prophet/XGBoost demand forecasters.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Build Q-learning reinforcement structures.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Module 2: Async Backend Integration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Configure async routes in FastAPI.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Setup Motor connection pooling to MongoDB.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Integrate APScheduler background ingestion.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Module 3: Frontend Dashboard &amp; Deploy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Build Next.js 15 dashboard graphs and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Core Team Roles &amp; Focus Areas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Lead AI &amp; ML Engineer (Shivam Kumar):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Owns mathematical price sensitivity regression models, Prophet+XGBoost models, and Q-learning loops.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Lead Backend Architect: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Owns FastAPI routing logic, database collection schemas, and background task queues.</a:t>
            </a:r>
          </a:p>
          <a:p>
            <a:pPr lvl="1"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Lead Frontend Architect:</a:t>
            </a:r>
          </a:p>
          <a:p>
            <a:pPr lvl="2">
              <a:spcAft>
                <a:spcPts val="8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Owns visual interface modules, charts, responsive animations, and Zustand state variables.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9. Two-Week Implementation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Week 1: Foundations &amp; Backend Core (Days 1 - 7)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Days 1 - 2: Setup Docker monorepo. Create FastAPI routers, MongoDB schemas, and connect Motor.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Days 3 - 4: Code mathematical PriceElasticityModel regressions and configure pricing boundaries.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Days 5 - 7: Implement discrete QLearningPricingEngine states (inventory scarcity) and rewards.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Week 2: Frontends &amp; Pipelines Integration (Days 8 - 14)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Days 8 - 10: Build Next.js 15 dashboard layouts, visual cards, charts, and link Zustand stores.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Days 11 - 12: Connect Prophet + XGBoost demand forecasting pipelines to backend controllers.</a:t>
            </a:r>
          </a:p>
          <a:p>
            <a:pPr lvl="1"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Days 13 - 14: Finalize multi-container Docker Compose files, complete RMSE system test suites, and launch.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30000"/>
          </a:solidFill>
          <a:ln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A30000"/>
                </a:solidFill>
                <a:latin typeface="Arial"/>
              </a:defRPr>
            </a:pPr>
            <a:r>
              <a:t>10.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Parul University | Department of Computer Science &amp; Engineering | B.Tech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[1] Fisher, M., Gallino, S., &amp; Li, J. (2018). Competition and Pricing in E-commerce: An Empirical Analysis. Management Science, 64(6), 2530-2545.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[2] Ye, J., et al. (2020). Reinforcement Learning for Dynamic Pricing in E-commerce Platforms. Proceedings of the ACM SIGKDD International Conference on Knowledge Discovery &amp; Data Mining, 2341-2350.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[3] Kephart, J. O., et al. (2021). Dynamic Pricing Algorithms and Market Equilibrium. ACM Transactions on Economics and Computation (TEAC), 9(2), 1-28.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[4] Montgomery, A. L., et al. (2019). Modeling Consumer Price Sensitivity with Dynamic Elasticity Log-Log Regressions. Journal of Marketing Research, 56(4), 589-607.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[5] Sutton, R. S., &amp; Barto, A. G. (2018). Reinforcement Learning: An Introduction (2nd ed.). MIT Press.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[6] Taylor, J. (2021). An Evaluation of Asynchronous Data Pipelines and NoSQL Databases in Multi-Category Retail Ingestion. Journal of Systems Software, 174, 110892.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